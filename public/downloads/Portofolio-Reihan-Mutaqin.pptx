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ai.reihan.online" TargetMode="External"/><Relationship Id="rId4" Type="http://schemas.openxmlformats.org/officeDocument/2006/relationships/hyperlink" Target="https://reya.reihan.online" TargetMode="Externa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filter-sakti.vercel.app" TargetMode="External"/><Relationship Id="rId4" Type="http://schemas.openxmlformats.org/officeDocument/2006/relationships/hyperlink" Target="https://ebis-telkom.vercel.app" TargetMode="External"/><Relationship Id="rId1" Type="http://schemas.openxmlformats.org/officeDocument/2006/relationships/image" Target="../media/image-6-1.png"/><Relationship Id="rId3" Type="http://schemas.openxmlformats.org/officeDocument/2006/relationships/image" Target="../media/image-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musik.reihan.online" TargetMode="External"/><Relationship Id="rId4" Type="http://schemas.openxmlformats.org/officeDocument/2006/relationships/hyperlink" Target="https://metadata.reihan.online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shl-mu.vercel.app" TargetMode="External"/><Relationship Id="rId4" Type="http://schemas.openxmlformats.org/officeDocument/2006/relationships/hyperlink" Target="https://shevaangel.vercel.app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berita.42web.io" TargetMode="External"/><Relationship Id="rId1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mailto:reyhanmutakin1@gmail.com" TargetMode="External"/><Relationship Id="rId2" Type="http://schemas.openxmlformats.org/officeDocument/2006/relationships/hyperlink" Target="https://wa.me/6282111039958" TargetMode="External"/><Relationship Id="rId3" Type="http://schemas.openxmlformats.org/officeDocument/2006/relationships/hyperlink" Target="https://www.linkedin.com/in/reihan-mutaqin-351169201/" TargetMode="External"/><Relationship Id="rId4" Type="http://schemas.openxmlformats.org/officeDocument/2006/relationships/hyperlink" Target="https://github.com/ReihanMutaqin" TargetMode="External"/><Relationship Id="rId5" Type="http://schemas.openxmlformats.org/officeDocument/2006/relationships/hyperlink" Target="https://www.reihan.online/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0"/>
            <a:ext cx="5330952" cy="6858000"/>
          </a:xfrm>
          <a:prstGeom prst="rect">
            <a:avLst/>
          </a:prstGeom>
          <a:solidFill>
            <a:srgbClr val="F3EFE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502920"/>
            <a:ext cx="73152" cy="1463040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PORTOFOLIO PROFESIONAL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62179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REIHAN</a:t>
            </a:r>
            <a:endParaRPr lang="en-US" sz="6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MUTAQIN.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457200" y="3474720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Operasional TI  ·  Software Development  ·  Edukasi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977640"/>
            <a:ext cx="5943600" cy="1371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4160520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✉  reyhanmutakin1@gmail.com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4489704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📞  +62 821 1103 9958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4818888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📍  Pandeglang, Banten, Indonesia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5148072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🔗  github.com/ReihanMutaqin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57200" y="5477256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🔗  linkedin.com/in/reihan-mutaqin-351169201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5806440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B8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 reihan.online</a:t>
            </a:r>
            <a:endParaRPr lang="en-US" sz="9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365760"/>
            <a:ext cx="4480560" cy="612648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949440" y="62636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Reihan Mutaqin  ·  Indonesia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/ 13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Berpikir terstruktur.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Membuat dengan tujuan.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65760" y="1920240"/>
            <a:ext cx="11430000" cy="13716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205740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Lulusan Pendidikan Teknologi Informasi Universitas Bina Bangsa dengan IPK 3,96/4,00 dan predikat Lulusan Terbaik Program Studi. Portofolio mencakup tools operasional TI, platform AI modern, browser audio engineering, game edukasi &amp; AR, serta pengajaran informatika.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56616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Terbiasa menerjemahkan kebutuhan teknis menjadi pekerjaan yang runtut — mulai dari memahami masalah, membangun solusi, menguji hasil, sampai menyampaikan informasi secara mudah dipahami.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49808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0" y="20116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0" y="21945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3,96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680960" y="29718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IPK dari 4,00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784080" y="20116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84080" y="20116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15" name="Text 13"/>
          <p:cNvSpPr/>
          <p:nvPr/>
        </p:nvSpPr>
        <p:spPr>
          <a:xfrm>
            <a:off x="9966960" y="21945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17+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966960" y="29718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Proyek Pilihan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98080" y="38404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0" y="38404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0" y="40233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7680960" y="48006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Mulai Freelance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784080" y="3840480"/>
            <a:ext cx="2011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784080" y="3840480"/>
            <a:ext cx="73152" cy="155448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23" name="Text 21"/>
          <p:cNvSpPr/>
          <p:nvPr/>
        </p:nvSpPr>
        <p:spPr>
          <a:xfrm>
            <a:off x="9966960" y="40233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550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966960" y="48006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Skor TOEFL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4754880"/>
            <a:ext cx="35661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4754880"/>
            <a:ext cx="3566160" cy="36576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4937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Ketelitian Operasional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53035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Terbiasa menangani ribuan baris data, rekonsiliasi sistem UIM/WOC, dan otomasi alur kerja untuk akurasi optimal.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4206240" y="4754880"/>
            <a:ext cx="35661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06240" y="4754880"/>
            <a:ext cx="3566160" cy="36576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31" name="Text 29"/>
          <p:cNvSpPr/>
          <p:nvPr/>
        </p:nvSpPr>
        <p:spPr>
          <a:xfrm>
            <a:off x="4389120" y="4937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Pengembangan Modern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89120" y="53035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Membangun aplikasi digital responsif, interaktif, berbasis AI multi-model, computer vision, audio tools, dan cloud.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46720" y="4754880"/>
            <a:ext cx="35661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46720" y="4754880"/>
            <a:ext cx="3566160" cy="36576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0" y="4937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Komunikasi &amp; Edukasi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29600" y="53035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Mampu menerjemahkan konsep teknis kompleks menjadi modul pembelajaran dan penjelasan yang mudah dipahami.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13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PENGALAMAN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Pengalaman lintas operasi,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pengembangan, dan pendidikan.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645920"/>
            <a:ext cx="11430000" cy="1371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99339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" y="2121408"/>
            <a:ext cx="18288" cy="11430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82880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 2026 — Sekarang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94360" y="206654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Representative District Southern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35000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 Telkom Indonesia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59689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Menjalankan perwakilan operasional, koordinasi layanan District Southern, monitoring performa jaringan, rekonsiliasi data pelanggan, dan eskalasi isu.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65760" y="345643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14" name="Shape 12"/>
          <p:cNvSpPr/>
          <p:nvPr/>
        </p:nvSpPr>
        <p:spPr>
          <a:xfrm>
            <a:off x="420624" y="3584448"/>
            <a:ext cx="18288" cy="11430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29184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 2025 — Jun 2026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94360" y="352958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381304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 Telkom Indonesia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405993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Merekonsiliasi data jaringan &amp; layanan UIM, memantau order WOC/ROC, dan mengembangkan automated tools cleansing data operasional.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491947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475488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 — Des 2025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94360" y="499262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Pengajar Informatika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527608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Ganesha Operation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552297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Menyusun modul ajar, menyampaikan konsep informatika &amp; pemrograman, serta memfasilitasi sesi latihan praktik dan evaluasi pemahaman siswa.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309360" y="199339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25" name="Shape 23"/>
          <p:cNvSpPr/>
          <p:nvPr/>
        </p:nvSpPr>
        <p:spPr>
          <a:xfrm>
            <a:off x="6364224" y="2121408"/>
            <a:ext cx="18288" cy="11430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182880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Okt 2022 — Sekarang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537960" y="206654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Freelance App, Game &amp; Web Developer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37960" y="235000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Mandiri / Klien Profesional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37960" y="259689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Mengembangkan platform AI, web tools, aplikasi AR berbasis Unity, game edukasi 3D/2D, hingga CMS berita &amp; e-commerce terintegrasi.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09360" y="345643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329184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Feb — Mar 2024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537960" y="352958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Pengajar Magang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37960" y="381304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SMKN 1 Pandeglang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537960" y="405993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Mengajar lebih dari 2 kelas bidang TKJ/Informatika, menyusun rancangan pembelajaran, dan membimbing praktikum perangkat keras &amp; jaringan.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309360" y="4919472"/>
            <a:ext cx="128016" cy="128016"/>
          </a:xfrm>
          <a:prstGeom prst="ellipse">
            <a:avLst/>
          </a:prstGeom>
          <a:solidFill>
            <a:srgbClr val="E95D32"/>
          </a:solidFill>
          <a:ln/>
        </p:spPr>
      </p:sp>
      <p:sp>
        <p:nvSpPr>
          <p:cNvPr id="36" name="Text 34"/>
          <p:cNvSpPr/>
          <p:nvPr/>
        </p:nvSpPr>
        <p:spPr>
          <a:xfrm>
            <a:off x="6537960" y="4754880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 — Sep 2019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6537960" y="4992624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Magang Divisi Media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537960" y="5276088"/>
            <a:ext cx="5303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Diskominfo Pandeglang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37960" y="5522976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Mengelola situs dinas, membantu pemantauan keamanan wilayah di Gedung Pintar, dan mendokumentasikan kegiatan dinas.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13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KEAHLIAN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Fondasi teknis yang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ditopang komunikasi baik.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11430000" cy="13716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96596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20574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231343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AI, Computer Vision &amp; Audio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0352" y="271576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271576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OpenRouter AI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731874" y="2715768"/>
            <a:ext cx="153802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31874" y="2715768"/>
            <a:ext cx="1538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Gesture Vision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361334" y="271576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61334" y="271576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 API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0352" y="3099816"/>
            <a:ext cx="153802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3099816"/>
            <a:ext cx="15380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ID3/Vorbis Metadata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159813" y="3099816"/>
            <a:ext cx="132405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59813" y="3099816"/>
            <a:ext cx="132405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Speech Synthesis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575304" y="3099816"/>
            <a:ext cx="89611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75304" y="3099816"/>
            <a:ext cx="896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TiDB Cloud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21792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196596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25" name="Text 23"/>
          <p:cNvSpPr/>
          <p:nvPr/>
        </p:nvSpPr>
        <p:spPr>
          <a:xfrm>
            <a:off x="6382512" y="20574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82512" y="231343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Operasional TI &amp; Cleansing Data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82512" y="2715768"/>
            <a:ext cx="2037283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82512" y="2715768"/>
            <a:ext cx="203728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Cleansing &amp; Filtering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8511235" y="2715768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11235" y="2715768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Sheets API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382512" y="3099816"/>
            <a:ext cx="1751990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3099816"/>
            <a:ext cx="175199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WSA / MODOROSO / WAPPR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8225942" y="3099816"/>
            <a:ext cx="182331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5942" y="3099816"/>
            <a:ext cx="18233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 Tracker (WOC/ROC)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382512" y="3483864"/>
            <a:ext cx="1751990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82512" y="3483864"/>
            <a:ext cx="175199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/ CSV Automation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6576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9" name="Text 37"/>
          <p:cNvSpPr/>
          <p:nvPr/>
        </p:nvSpPr>
        <p:spPr>
          <a:xfrm>
            <a:off x="530352" y="4206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30352" y="446227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Fullstack Web &amp; Database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30352" y="4864608"/>
            <a:ext cx="146669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0352" y="4864608"/>
            <a:ext cx="146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/ TypeScript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088490" y="4864608"/>
            <a:ext cx="103875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88490" y="4864608"/>
            <a:ext cx="10387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 CSS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218688" y="4864608"/>
            <a:ext cx="967435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18688" y="4864608"/>
            <a:ext cx="9674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 &amp; MySQL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7563" y="4864608"/>
            <a:ext cx="1324051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277563" y="4864608"/>
            <a:ext cx="132405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CMS &amp; E-Commerce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30352" y="5248656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0352" y="5248656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Node.js / Express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017166" y="5248656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017166" y="5248656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Vercel Deployment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21792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21792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55" name="Text 53"/>
          <p:cNvSpPr/>
          <p:nvPr/>
        </p:nvSpPr>
        <p:spPr>
          <a:xfrm>
            <a:off x="6382512" y="4206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382512" y="446227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Dev, AR &amp; Edukasi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382512" y="486460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82512" y="486460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 3D / 2D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584034" y="4864608"/>
            <a:ext cx="103875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84034" y="4864608"/>
            <a:ext cx="10387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Scripting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8714232" y="4864608"/>
            <a:ext cx="1395374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14232" y="4864608"/>
            <a:ext cx="13953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Vuforia AR Engine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0201046" y="4864608"/>
            <a:ext cx="1110082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201046" y="4864608"/>
            <a:ext cx="11100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 Build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82512" y="5248656"/>
            <a:ext cx="1680667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82512" y="5248656"/>
            <a:ext cx="168066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Penyusunan Modul Ajar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8154619" y="5248656"/>
            <a:ext cx="1252728" cy="274320"/>
          </a:xfrm>
          <a:prstGeom prst="rect">
            <a:avLst/>
          </a:prstGeom>
          <a:solidFill>
            <a:srgbClr val="E7E0D2"/>
          </a:solidFill>
          <a:ln w="12700">
            <a:solidFill>
              <a:srgbClr val="DED8C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54619" y="5248656"/>
            <a:ext cx="1252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 Speaking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13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&amp; Intelligent Workspaces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Platform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Rdir Studio AI Workspace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AI Workspace modern kelas dunia dengan Live Code/View Preview, integrasi multi-model OpenRouter, database TiDB Cloud, dan isolasi chat privat.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Workspace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634947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634947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OpenRouter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585923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585923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TiDB Cloud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536899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36899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Fullstack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ai.reihan.online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Vision &amp; Voice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REYA — Robot AI &amp; Gesture Music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Robot AI lokal interaktif dengan suara Bahasa Indonesia, percakapan suara cepat OpenRouter AI, dan integrasi kamera computer vision untuk bermain musik via gesture tangan.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Computer Vision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872984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872984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Gesture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959291" y="5532120"/>
            <a:ext cx="72420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959291" y="5532120"/>
            <a:ext cx="72420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Voice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774936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774936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reya.reihan.online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13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Data &amp; Cleansing Tools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Cleansing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Sakti — Data Cleansing Tool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Tools cleansing dan deduplikasi data otomatis untuk format WSA, MODOROSO, dan WAPPR dengan integrasi real-time Google Sheets (5.600+ baris), upload file .xlsx/.csv, dan filter per bulan.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Cleansing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70278" y="5532120"/>
            <a:ext cx="133319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0278" y="5532120"/>
            <a:ext cx="133319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Sheets API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194914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194914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807562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07562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Deduplikasi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filter-sakti.vercel.app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Tool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Sakti EBIS — Telkom Tracker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 analisis dan filtering data EBIS Telkom dari xpro.telkom.co.id (.xls/.txt/.csv), dilengkapi tracker penugasan teknisi dan export data hasil deduplikasi.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Telkom EBIS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602322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602322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Analysis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756294" y="5532120"/>
            <a:ext cx="656539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756294" y="5532120"/>
            <a:ext cx="656539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App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504274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504274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Tracker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ebis-telkom.vercel.app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13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 Engineering &amp; Rhythm Gaming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Rhythm Game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RIFF//LAB — Browser Rhythm Game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musik ritme 5-fret (Guitar Hero style) langsung di browser tanpa instalasi. Dilengkapi akses katalog cloud Chorus 120.000+ lagu, import .sng/.zip, leaderboard, dan real-time multiplayer.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Audio API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02613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02613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Rhythm Engine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856586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856586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Multiplayer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875227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75227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Leaderboard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musik.reihan.online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Engineering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SoundTools MetaStudio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Browser-based audio metadata &amp; cover art editor 100% client-side tanpa upload server. Mendukung ID3v2.3, Vorbis, FLAC, M4A, WAV, dan OGG dengan lossless stream copy injection dan batch editing.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13019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13019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Metadata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7805318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805318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ID3v2/Vorbis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8891626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891626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Client-Side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910267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910267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Lossless Copy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metadata.reihan.online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13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Healthcare Enterprise &amp; Digital Invitation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Healthcare App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 SHL — Sistem Absensi Digital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 absensi digital dan presensi pegawai Rumah Sakit SHL dengan verifikasi ID pegawai terenkripsi, alur check-in/check-out terstruktur, dan dashboard manajemen kehadiran.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13019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App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70278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0278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Healthcare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21254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721254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Absensi Digital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4010558" y="5532120"/>
            <a:ext cx="45354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010558" y="5532120"/>
            <a:ext cx="45354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shl-mu.vercel.app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Invitation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Wedding of Sheva &amp; Angel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undangan pernikahan digital interaktif dan responsif dengan buku tamu digital, amplop digital/rekening, reservasi kehadiran, background music, dan animasi interaktif.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40086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40086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Invitation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8075981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075981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Web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9365285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9365285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UI/UX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9977933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977933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Animation</a:t>
            </a:r>
            <a:endParaRPr lang="en-US" sz="750" dirty="0"/>
          </a:p>
        </p:txBody>
      </p:sp>
      <p:sp>
        <p:nvSpPr>
          <p:cNvPr id="39" name="Text 35">
            <a:hlinkClick r:id="rId4" tooltip=""/>
          </p:cNvPr>
          <p:cNvSpPr/>
          <p:nvPr/>
        </p:nvSpPr>
        <p:spPr>
          <a:xfrm>
            <a:off x="658368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shevaangel.vercel.app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13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Augmented Reality &amp; Game Edukasi 3D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Edukasi AR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 Book — Dasar Komputer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Aplikasi Android berbasis Augmented Reality yang menghubungkan buku modul fisik dengan visualisasi 3D perangkat keras &amp; lunak komputer secara real-time untuk pembelajaran interaktif.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72420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72420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 3D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364285" y="5532120"/>
            <a:ext cx="31821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364285" y="5532120"/>
            <a:ext cx="31821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1773936" y="5532120"/>
            <a:ext cx="859536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73936" y="5532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Vuforia AR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2724912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724912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 SDK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Edukasi 3D</a:t>
            </a:r>
            <a:endParaRPr lang="en-US" sz="700" dirty="0"/>
          </a:p>
        </p:txBody>
      </p:sp>
      <p:sp>
        <p:nvSpPr>
          <p:cNvPr id="28" name="Text 24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Petualangan Barudak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eksplorasi edukatif Provinsi Banten yang memadukan pengenalan budaya lokal, kuis interaktif, dan pembelajaran matematika bangun ruang melalui rekonstruksi visual bangunan nyata.</a:t>
            </a:r>
            <a:endParaRPr lang="en-US" sz="880" dirty="0"/>
          </a:p>
        </p:txBody>
      </p:sp>
      <p:sp>
        <p:nvSpPr>
          <p:cNvPr id="30" name="Shape 26"/>
          <p:cNvSpPr/>
          <p:nvPr/>
        </p:nvSpPr>
        <p:spPr>
          <a:xfrm>
            <a:off x="6583680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583680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</a:t>
            </a:r>
            <a:endParaRPr lang="en-US" sz="750" dirty="0"/>
          </a:p>
        </p:txBody>
      </p:sp>
      <p:sp>
        <p:nvSpPr>
          <p:cNvPr id="32" name="Shape 28"/>
          <p:cNvSpPr/>
          <p:nvPr/>
        </p:nvSpPr>
        <p:spPr>
          <a:xfrm>
            <a:off x="7196328" y="5532120"/>
            <a:ext cx="31821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196328" y="5532120"/>
            <a:ext cx="31821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</a:t>
            </a:r>
            <a:endParaRPr lang="en-US" sz="750" dirty="0"/>
          </a:p>
        </p:txBody>
      </p:sp>
      <p:sp>
        <p:nvSpPr>
          <p:cNvPr id="34" name="Shape 30"/>
          <p:cNvSpPr/>
          <p:nvPr/>
        </p:nvSpPr>
        <p:spPr>
          <a:xfrm>
            <a:off x="7605979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605979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Level Design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8895283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8895283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Physics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13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Live-Photo AR &amp; Game Literasi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2025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Live-Photo AR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ReLive AR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Aplikasi AR berbasis pengenalan citra instan yang memindai foto statis (album/poster) dan mentransformasikannya menjadi tayangan video live-action serta animasi berlapis di smartphone.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161288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61288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 Target AR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450592" y="5532120"/>
            <a:ext cx="79187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50592" y="5532120"/>
            <a:ext cx="79187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 UI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333902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333902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Video Player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2025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Literasi</a:t>
            </a:r>
            <a:endParaRPr lang="en-US" sz="700" dirty="0"/>
          </a:p>
        </p:txBody>
      </p:sp>
      <p:sp>
        <p:nvSpPr>
          <p:cNvPr id="28" name="Text 24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Game Edukasi Penyusun Kata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Permainan edukasi interaktif untuk melatih literasi, pembendaharaan kosakata, dan ketangkasan kognitif siswa dengan menyusun karakter huruf acak berdasarkan visual clue dan audio penjelas.</a:t>
            </a:r>
            <a:endParaRPr lang="en-US" sz="880" dirty="0"/>
          </a:p>
        </p:txBody>
      </p:sp>
      <p:sp>
        <p:nvSpPr>
          <p:cNvPr id="30" name="Shape 26"/>
          <p:cNvSpPr/>
          <p:nvPr/>
        </p:nvSpPr>
        <p:spPr>
          <a:xfrm>
            <a:off x="6583680" y="5532120"/>
            <a:ext cx="72420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583680" y="5532120"/>
            <a:ext cx="72420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Unity 2D</a:t>
            </a:r>
            <a:endParaRPr lang="en-US" sz="750" dirty="0"/>
          </a:p>
        </p:txBody>
      </p:sp>
      <p:sp>
        <p:nvSpPr>
          <p:cNvPr id="32" name="Shape 28"/>
          <p:cNvSpPr/>
          <p:nvPr/>
        </p:nvSpPr>
        <p:spPr>
          <a:xfrm>
            <a:off x="7399325" y="5532120"/>
            <a:ext cx="318211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399325" y="5532120"/>
            <a:ext cx="318211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</a:t>
            </a:r>
            <a:endParaRPr lang="en-US" sz="750" dirty="0"/>
          </a:p>
        </p:txBody>
      </p:sp>
      <p:sp>
        <p:nvSpPr>
          <p:cNvPr id="34" name="Shape 30"/>
          <p:cNvSpPr/>
          <p:nvPr/>
        </p:nvSpPr>
        <p:spPr>
          <a:xfrm>
            <a:off x="7808976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808976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 System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8895283" y="5532120"/>
            <a:ext cx="133319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8895283" y="5532120"/>
            <a:ext cx="133319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Educational Logic</a:t>
            </a:r>
            <a:endParaRPr lang="en-US" sz="750" dirty="0"/>
          </a:p>
        </p:txBody>
      </p:sp>
      <p:sp>
        <p:nvSpPr>
          <p:cNvPr id="38" name="Text 34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13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 PILIHAN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194560" y="1371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CMS, E-Commerce &amp; HR System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548640"/>
            <a:ext cx="5486400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6636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2024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Berita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 Berita Kita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berita web responsif dengan manajemen konten dinamis, sistem kategori multi-level, panel administrasi redaksi, dan integrasi database untuk publikasi artikel real-time.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548640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Fullstack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1702613" y="5532120"/>
            <a:ext cx="927202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02613" y="5532120"/>
            <a:ext cx="92720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PHP / MySQL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21254" y="5532120"/>
            <a:ext cx="1062533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721254" y="5532120"/>
            <a:ext cx="106253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CMS Dashboard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3875227" y="5532120"/>
            <a:ext cx="994867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75227" y="5532120"/>
            <a:ext cx="994867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SEO Friendly</a:t>
            </a:r>
            <a:endParaRPr lang="en-US" sz="750" dirty="0"/>
          </a:p>
        </p:txBody>
      </p:sp>
      <p:sp>
        <p:nvSpPr>
          <p:cNvPr id="22" name="Text 19">
            <a:hlinkClick r:id="rId2" tooltip=""/>
          </p:cNvPr>
          <p:cNvSpPr/>
          <p:nvPr/>
        </p:nvSpPr>
        <p:spPr>
          <a:xfrm>
            <a:off x="548640" y="6309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u="sng" dirty="0">
                <a:solidFill>
                  <a:srgbClr val="F2C94C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🔗 berita.42web.io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400800" y="548640"/>
            <a:ext cx="5486400" cy="603504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0" y="548640"/>
            <a:ext cx="5486400" cy="2926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solidFill>
            <a:srgbClr val="1A1A1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201400" y="68580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2023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492240" y="6858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Toko Online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6583680" y="35661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E-Commerce &amp; Katalog Produk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583680" y="4069080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80" dirty="0">
                <a:solidFill>
                  <a:srgbClr val="A098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 penjualan digital dengan katalog interaktif, filter kategori, keranjang belanja, checkout notifikasi WhatsApp, serta dashboard admin untuk pengelolaan stok dan pesanan.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583680" y="5532120"/>
            <a:ext cx="1333195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83680" y="5532120"/>
            <a:ext cx="1333195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E-Commerce Engine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8008315" y="5532120"/>
            <a:ext cx="1197864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008315" y="5532120"/>
            <a:ext cx="119786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Cart &amp; Checkout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9297619" y="5532120"/>
            <a:ext cx="1265530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9297619" y="5532120"/>
            <a:ext cx="126553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Management</a:t>
            </a:r>
            <a:endParaRPr lang="en-US" sz="750" dirty="0"/>
          </a:p>
        </p:txBody>
      </p:sp>
      <p:sp>
        <p:nvSpPr>
          <p:cNvPr id="37" name="Shape 33"/>
          <p:cNvSpPr/>
          <p:nvPr/>
        </p:nvSpPr>
        <p:spPr>
          <a:xfrm>
            <a:off x="10654589" y="5532120"/>
            <a:ext cx="521208" cy="246888"/>
          </a:xfrm>
          <a:prstGeom prst="rect">
            <a:avLst/>
          </a:prstGeom>
          <a:solidFill>
            <a:srgbClr val="2D2D2D"/>
          </a:solidFill>
          <a:ln w="12700">
            <a:solidFill>
              <a:srgbClr val="3D3D3D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10654589" y="5532120"/>
            <a:ext cx="52120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0C8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UI/UX</a:t>
            </a:r>
            <a:endParaRPr lang="en-US" sz="750" dirty="0"/>
          </a:p>
        </p:txBody>
      </p:sp>
      <p:sp>
        <p:nvSpPr>
          <p:cNvPr id="39" name="Text 35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13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F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solidFill>
            <a:srgbClr val="E95D32"/>
          </a:solidFill>
          <a:ln w="12700">
            <a:solidFill>
              <a:srgbClr val="E95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371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PENDIDIKAN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548640"/>
            <a:ext cx="11430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Latar belakang akademis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kepemimpinan terstruktur.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11430000" cy="13716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965960"/>
            <a:ext cx="73152" cy="1920240"/>
          </a:xfrm>
          <a:prstGeom prst="rect">
            <a:avLst/>
          </a:prstGeom>
          <a:solidFill>
            <a:srgbClr val="E95D3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07568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Pendidikan Tinggi &amp; Bahasa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48640" y="231343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Universitas Bina Bangsa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26974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S1 Pendidikan Teknologi Informasi · 2020–2024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30632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★ IPK 3,96 / 4,00 (Lulusan Terbaik) · TOEFL Score 550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96596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96596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207568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Pendidikan Vokasi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400800" y="231343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SMKN 1 Pandeglang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26974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Teknik Komputer dan Jaringan (TKJ) · 2017–2020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0" y="30632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Dasar kuat arsitektur komputer, hardware, jaringan &amp; troubleshooting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22452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Organisasi Kampus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48640" y="446227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Himpunan Mahasiswa PTI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48463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Wakil Ketua (2022–2023) · Ketua Divisi IT (2021–2022)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48640" y="52120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Memimpin tim teknis &amp; workshop IT untuk 200+ peserta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114800"/>
            <a:ext cx="73152" cy="192024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422452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Kontribusi Komunitas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00800" y="4462272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Inovasi Teknologi Pendidikan ID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48463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Kontributor Aplikasi Digital (2025–2026)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400800" y="52120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478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Pengembangan aplikasi digital dan pengelolaan e-learning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13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2C94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Punya tantangan untuk diselesaikan?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Mari membuat sesuatu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yang benar-benar berguna.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11064240" cy="1371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35204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36118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✉  Email</a:t>
            </a:r>
            <a:endParaRPr lang="en-US" sz="8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685800" y="39044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reyhanmutakin1@gmail.com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35204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36118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📞  WhatsApp</a:t>
            </a:r>
            <a:endParaRPr lang="en-US" sz="800" dirty="0"/>
          </a:p>
        </p:txBody>
      </p:sp>
      <p:sp>
        <p:nvSpPr>
          <p:cNvPr id="11" name="Text 9">
            <a:hlinkClick r:id="rId2" tooltip=""/>
          </p:cNvPr>
          <p:cNvSpPr/>
          <p:nvPr/>
        </p:nvSpPr>
        <p:spPr>
          <a:xfrm>
            <a:off x="4526280" y="39044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+62 821 1103 9958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0" y="35204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36118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📍  Domisili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366760" y="39044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Pandeglang, Banten, Indonesia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48920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49834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💼  LinkedIn</a:t>
            </a:r>
            <a:endParaRPr lang="en-US" sz="800" dirty="0"/>
          </a:p>
        </p:txBody>
      </p:sp>
      <p:sp>
        <p:nvSpPr>
          <p:cNvPr id="17" name="Text 15">
            <a:hlinkClick r:id="rId3" tooltip=""/>
          </p:cNvPr>
          <p:cNvSpPr/>
          <p:nvPr/>
        </p:nvSpPr>
        <p:spPr>
          <a:xfrm>
            <a:off x="685800" y="52760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linkedin.com/in/reihan-mutaqin-351169201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48920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0" y="49834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🐙  GitHub</a:t>
            </a:r>
            <a:endParaRPr lang="en-US" sz="800" dirty="0"/>
          </a:p>
        </p:txBody>
      </p:sp>
      <p:sp>
        <p:nvSpPr>
          <p:cNvPr id="20" name="Text 18">
            <a:hlinkClick r:id="rId4" tooltip=""/>
          </p:cNvPr>
          <p:cNvSpPr/>
          <p:nvPr/>
        </p:nvSpPr>
        <p:spPr>
          <a:xfrm>
            <a:off x="4526280" y="52760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github.com/ReihanMutaqin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0" y="4892040"/>
            <a:ext cx="3566160" cy="1097280"/>
          </a:xfrm>
          <a:prstGeom prst="rect">
            <a:avLst/>
          </a:prstGeom>
          <a:solidFill>
            <a:srgbClr val="1C1917"/>
          </a:solidFill>
          <a:ln w="12700">
            <a:solidFill>
              <a:srgbClr val="2D292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6760" y="49834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95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 Website</a:t>
            </a:r>
            <a:endParaRPr lang="en-US" sz="800" dirty="0"/>
          </a:p>
        </p:txBody>
      </p:sp>
      <p:sp>
        <p:nvSpPr>
          <p:cNvPr id="23" name="Text 21">
            <a:hlinkClick r:id="rId5" tooltip=""/>
          </p:cNvPr>
          <p:cNvSpPr/>
          <p:nvPr/>
        </p:nvSpPr>
        <p:spPr>
          <a:xfrm>
            <a:off x="8366760" y="527608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u="sng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reihan.online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© 2026 Reihan Mutaqin  ·  reihan.online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972800" y="64922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5F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13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Reihan Mutaqin Portfolio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Portofolio Reihan Mutaqin</dc:title>
  <dc:subject>PptxGenJS Presentation</dc:subject>
  <dc:creator>Reihan Mutaqin</dc:creator>
  <cp:lastModifiedBy>Reihan Mutaqin</cp:lastModifiedBy>
  <cp:revision>1</cp:revision>
  <dcterms:created xsi:type="dcterms:W3CDTF">2026-08-26T11:24:27Z</dcterms:created>
  <dcterms:modified xsi:type="dcterms:W3CDTF">2026-08-26T11:24:27Z</dcterms:modified>
</cp:coreProperties>
</file>