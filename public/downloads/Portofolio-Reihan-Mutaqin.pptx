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shevaangel.vercel.app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mailto:reyhanmutakin1@gmail.com" TargetMode="External"/><Relationship Id="rId2" Type="http://schemas.openxmlformats.org/officeDocument/2006/relationships/hyperlink" Target="https://wa.me/6282111039958" TargetMode="External"/><Relationship Id="rId3" Type="http://schemas.openxmlformats.org/officeDocument/2006/relationships/hyperlink" Target="https://www.linkedin.com/in/reihan-mutaqin-351169201/" TargetMode="External"/><Relationship Id="rId4" Type="http://schemas.openxmlformats.org/officeDocument/2006/relationships/hyperlink" Target="https://github.com/ReihanMutaqin" TargetMode="External"/><Relationship Id="rId5" Type="http://schemas.openxmlformats.org/officeDocument/2006/relationships/hyperlink" Target="https://www.reihan.online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4846320"/>
            <a:ext cx="3474720" cy="182880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23360" y="4846320"/>
            <a:ext cx="3200400" cy="18288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Kepemimpinan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402336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Pengajaran Teknologi di Kelas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dan layanan antara UIM dengan informasi pelanggan. Memantau order alur WOC, organic, C4, GDoc, dan ROC. Mengembangkan automated filtering tool untuk cleansing data.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Digital Invitation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CMS, E-Commerce &amp; HR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 Online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E-Commerce &amp; Katalog Produk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penjualan digital dengan katalog interaktif, filter kategori, keranjang belanja, checkout notifikasi WhatsApp, serta dashboard admin untuk pengelolaan stok dan pesanan.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Engine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 &amp; Checkout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Management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— Lulusan Terbaik Program Studi 2024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jaringan &amp; sistem operasi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&amp; Bahasa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 &amp; TOEFL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TOEFL Score 550 · Kemahiran Bahasa Inggris Profesional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Domisili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Pandeglang, Banten, Indonesia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4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5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2026-08-26T08:25:36Z</dcterms:created>
  <dcterms:modified xsi:type="dcterms:W3CDTF">2026-08-26T08:25:36Z</dcterms:modified>
</cp:coreProperties>
</file>