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i.reihan.online" TargetMode="External"/><Relationship Id="rId4" Type="http://schemas.openxmlformats.org/officeDocument/2006/relationships/hyperlink" Target="https://reya.reihan.online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ter-sakti.vercel.app" TargetMode="External"/><Relationship Id="rId4" Type="http://schemas.openxmlformats.org/officeDocument/2006/relationships/hyperlink" Target="https://ebis-telkom.vercel.app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usik.reihan.online" TargetMode="External"/><Relationship Id="rId4" Type="http://schemas.openxmlformats.org/officeDocument/2006/relationships/hyperlink" Target="https://metadata.reihan.online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hl-mu.vercel.app" TargetMode="External"/><Relationship Id="rId4" Type="http://schemas.openxmlformats.org/officeDocument/2006/relationships/hyperlink" Target="https://shevaangel.vercel.app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erita.42web.io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mailto:reyhanmutakin1@gmail.com" TargetMode="External"/><Relationship Id="rId2" Type="http://schemas.openxmlformats.org/officeDocument/2006/relationships/hyperlink" Target="https://wa.me/6282111039958" TargetMode="External"/><Relationship Id="rId3" Type="http://schemas.openxmlformats.org/officeDocument/2006/relationships/hyperlink" Target="https://www.linkedin.com/in/reihan-mutaqin-351169201/" TargetMode="External"/><Relationship Id="rId4" Type="http://schemas.openxmlformats.org/officeDocument/2006/relationships/hyperlink" Target="https://github.com/ReihanMutaqin" TargetMode="External"/><Relationship Id="rId5" Type="http://schemas.openxmlformats.org/officeDocument/2006/relationships/hyperlink" Target="https://www.reihan.online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F3EFE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02920"/>
            <a:ext cx="73152" cy="146304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PORTOFOLIO PROFESIONAL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</a:t>
            </a:r>
            <a:endParaRPr lang="en-US" sz="6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MUTAQIN.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 ·  Software Development  ·  Edukasi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59436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16052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reyhanmutakin1@gmail.com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48970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+62 821 1103 9958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Pandeglang, Banten, Indonesia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51480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github.com/ReihanMutaqin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54772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linkedin.com/in/reihan-mutaqin-351169201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580644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reihan.online</a:t>
            </a:r>
            <a:endParaRPr lang="en-US" sz="9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65760"/>
            <a:ext cx="4480560" cy="6126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49440" y="6263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 Mutaqin  ·  Indonesia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Berpikir terstruktur.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Membuat dengan tujuan.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0574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Lulusan Pendidikan Teknologi Informasi Universitas Bina Bangsa dengan IPK 3,96/4,00 dan predikat Lulusan Terbaik Program Studi. Portofolio mencakup tools operasional TI, platform AI modern, browser audio engineering, game edukasi &amp; AR, serta pengajaran informatika.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menerjemahkan kebutuhan teknis menjadi pekerjaan yang runtut — mulai dari memahami masalah, membangun solusi, menguji hasil, sampai menyampaikan informasi secara mudah dipahami.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3,96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80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IPK dari 4,00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784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966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Proyek Pilihan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98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680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Freelance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784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66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Skor TOEFL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Ketelitian Operasional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menangani ribuan baris data, rekonsiliasi sistem UIM/WOC, dan otomasi alur kerja untuk akurasi optimal.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20624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438912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Modern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Membangun aplikasi digital responsif, interaktif, berbasis AI multi-model, computer vision, audio tools, dan cloud.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4672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Komunikasi &amp; Edukasi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Mampu menerjemahkan konsep teknis kompleks menjadi modul pembelajaran dan penjelasan yang mudah dipahami.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 lintas operasi,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pengembangan, dan pendidikan.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114300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Sekarang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Merekonsiliasi data jaringan dan layanan antara UIM dengan informasi pelanggan. Memantau order alur WOC, organic, C4, GDoc, dan ROC. Mengembangkan automated filtering tool untuk cleansing data.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" y="358444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Des 2025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943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Informatika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Ganesha Operation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Menyusun modul ajar, menyampaikan konsep informatika &amp; pemrograman, serta memfasilitasi sesi latihan praktik dan evaluasi pemahaman siswa.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Okt 2022 — Sekarang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43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App, Game &amp; Web Developer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Mandiri / Klien Profesional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Mengembangkan platform AI, web tools, aplikasi AR berbasis Unity, game edukasi 3D/2D, hingga CMS berita &amp; e-commerce terintegrasi.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5" name="Shape 23"/>
          <p:cNvSpPr/>
          <p:nvPr/>
        </p:nvSpPr>
        <p:spPr>
          <a:xfrm>
            <a:off x="63642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— Mar 2024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379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Magang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379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Mengajar lebih dari 2 kelas bidang TKJ/Informatika, menyusun rancangan pembelajaran, dan membimbing praktikum perangkat keras &amp; jaringan.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Sep 2019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5379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Magang Divisi Media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Diskominfo Pandeglang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Mengelola situs dinas, membantu pemantauan keamanan wilayah di Gedung Pintar, dan mendokumentasikan kegiatan dinas.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KEAHLIAN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Fondasi teknis yang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ditopang komunikasi baik.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AI, Computer Vision &amp; Audio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AI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 Vision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ID3/Vorbis Metadata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Synthesis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Text 23"/>
          <p:cNvSpPr/>
          <p:nvPr/>
        </p:nvSpPr>
        <p:spPr>
          <a:xfrm>
            <a:off x="638251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8251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&amp; Cleansing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 &amp; Filtering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WSA / MODOROSO / WAPPR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Tracker (WOC/ROC)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/ CSV Automation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 Web &amp; Database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/ TypeScript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&amp; MySQL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&amp; E-Commerce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/ Express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Deployment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55" name="Text 53"/>
          <p:cNvSpPr/>
          <p:nvPr/>
        </p:nvSpPr>
        <p:spPr>
          <a:xfrm>
            <a:off x="638251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8251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Dev, AR &amp; Edukasi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 / 2D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Scripting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 Engine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Build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Penyusunan Modul Ajar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Speaking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Intelligent Workspaces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Platform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Rdir Studio AI Workspace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AI Workspace modern kelas dunia dengan Live Code/View Preview, integrasi multi-model OpenRouter, database TiDB Cloud, dan isolasi chat privat.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Workspace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ai.reihan.online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Vision &amp; Voice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REYA — Robot AI &amp; Gesture Music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 AI lokal interaktif dengan suara Bahasa Indonesia, percakapan suara cepat OpenRouter AI, dan integrasi kamera computer vision untuk bermain musik via gesture tangan.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 Vision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Voice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reya.reihan.online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Data &amp; Cleansing Tools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— Data Cleansing Tool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cleansing dan deduplikasi data otomatis untuk format WSA, MODOROSO, dan WAPPR dengan integrasi real-time Google Sheets (5.600+ baris), upload file .xlsx/.csv, dan filter per bulan.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Deduplikasi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filter-sakti.vercel.app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Tool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EBIS — Telkom Tracker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analisis dan filtering data EBIS Telkom dari xpro.telkom.co.id (.xls/.txt/.csv), dilengkapi tracker penugasan teknisi dan export data hasil deduplikasi.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 EBIS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Analysis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Tracker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ebis-telkom.vercel.app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Engineering &amp; Rhythm Gaming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Rhythm Game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RIFF//LAB — Browser Rhythm Game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musik ritme 5-fret (Guitar Hero style) langsung di browser tanpa instalasi. Dilengkapi akses katalog cloud Chorus 120.000+ lagu, import .sng/.zip, leaderboard, dan real-time multiplayer.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Rhythm Engine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Leaderboard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musik.reihan.online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Engineering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SoundTools MetaStudio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Browser-based audio metadata &amp; cover art editor 100% client-side tanpa upload server. Mendukung ID3v2.3, Vorbis, FLAC, M4A, WAV, dan OGG dengan lossless stream copy injection dan batch editing.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Metadata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ID3v2/Vorbis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Client-Side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Lossless Copy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metadata.reihan.online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Enterprise &amp; Digital Invitation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App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SHL — Sistem Absensi Digital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absensi digital dan presensi pegawai Rumah Sakit SHL dengan verifikasi ID pegawai terenkripsi, alur check-in/check-out terstruktur, dan dashboard manajemen kehadiran.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Digital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shl-mu.vercel.app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Wedding of Sheva &amp; Angel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undangan pernikahan digital interaktif dan responsif dengan buku tamu digital, amplop digital/rekening, reservasi kehadiran, background music, dan animasi interaktif.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shevaangel.vercel.app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Reality &amp; Game Edukasi 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Edukasi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Book — Dasar Komputer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Android berbasis Augmented Reality yang menghubungkan buku modul fisik dengan visualisasi 3D perangkat keras &amp; lunak komputer secara real-time untuk pembelajaran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SDK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3D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Petualangan Barudak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eksplorasi edukatif Provinsi Banten yang memadukan pengenalan budaya lokal, kuis interaktif, dan pembelajaran matematika bangun ruang melalui rekonstruksi visual bangunan nyata.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Level Design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Physics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 &amp; Game Literasi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ReLive 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AR berbasis pengenalan citra instan yang memindai foto statis (album/poster) dan mentransformasikannya menjadi tayangan video live-action serta animasi berlapis di smartphone.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Target AR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UI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Player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Literasi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Penyusun Kata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Permainan edukasi interaktif untuk melatih literasi, pembendaharaan kosakata, dan ketangkasan kognitif siswa dengan menyusun karakter huruf acak berdasarkan visual clue dan audio penjelas.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2D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System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Educational Logic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CMS, E-Commerce &amp; HR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Berita Kita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 web responsif dengan manajemen konten dinamis, sistem kategori multi-level, panel administrasi redaksi, dan integrasi database untuk publikasi artikel real-time.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Fullstack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/ MySQL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Dashboard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SEO Friendly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berita.42web.io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 Online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E-Commerce &amp; Katalog Produk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penjualan digital dengan katalog interaktif, filter kategori, keranjang belanja, checkout notifikasi WhatsApp, serta dashboard admin untuk pengelolaan stok dan pesanan.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 Engine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 &amp; Checkout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Management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akademis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kepemimpinan terstruktur.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Tinggi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Universitas Bina Bangsa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Pendidikan Teknologi Informasi · 2020–2024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IPK 3,96 / 4,00 — Lulusan Terbaik Program Studi 2024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Vokasi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Komputer dan Jaringan (TKJ) · 2017–2020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Dasar kuat arsitektur komputer, jaringan &amp; sistem operasi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Organisasi Kampus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Himpunan Mahasiswa PTI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Wakil Ketua (2022–2023) · Ketua Divisi IT (2021–2022)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Memimpin tim teknis &amp; workshop IT untuk 200+ peserta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Kontribusi &amp; Bahasa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Inovasi Teknologi Pendidikan ID &amp; TOEFL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Kontributor Aplikasi Digital (2025–2026)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TOEFL Score 550 · Kemahiran Bahasa Inggris Profesional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Punya tantangan untuk diselesaikan?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 membuat sesuatu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benar-benar berguna.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6424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Email</a:t>
            </a:r>
            <a:endParaRPr lang="en-US" sz="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68580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reyhanmutakin1@gmail.com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WhatsApp</a:t>
            </a:r>
            <a:endParaRPr lang="en-US" sz="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452628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+62 821 1103 9958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Domisili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36676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Pandeglang, Banten, Indonesia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LinkedIn</a:t>
            </a:r>
            <a:endParaRPr lang="en-US" sz="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linkedin.com/in/reihan-mutaqin-351169201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🐙  GitHub</a:t>
            </a:r>
            <a:endParaRPr lang="en-US" sz="800" dirty="0"/>
          </a:p>
        </p:txBody>
      </p:sp>
      <p:sp>
        <p:nvSpPr>
          <p:cNvPr id="20" name="Text 18">
            <a:hlinkClick r:id="rId4" tooltip=""/>
          </p:cNvPr>
          <p:cNvSpPr/>
          <p:nvPr/>
        </p:nvSpPr>
        <p:spPr>
          <a:xfrm>
            <a:off x="452628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github.com/ReihanMutaqin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Website</a:t>
            </a:r>
            <a:endParaRPr lang="en-US" sz="800" dirty="0"/>
          </a:p>
        </p:txBody>
      </p:sp>
      <p:sp>
        <p:nvSpPr>
          <p:cNvPr id="23" name="Text 21">
            <a:hlinkClick r:id="rId5" tooltip=""/>
          </p:cNvPr>
          <p:cNvSpPr/>
          <p:nvPr/>
        </p:nvSpPr>
        <p:spPr>
          <a:xfrm>
            <a:off x="836676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reihan.online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Reihan Mutaqin  ·  reihan.online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Reihan Mutaqin 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Portofolio Reihan Mutaqin</dc:title>
  <dc:subject>PptxGenJS Presentation</dc:subject>
  <dc:creator>Reihan Mutaqin</dc:creator>
  <cp:lastModifiedBy>Reihan Mutaqin</cp:lastModifiedBy>
  <cp:revision>1</cp:revision>
  <dcterms:created xsi:type="dcterms:W3CDTF">2026-08-26T11:19:48Z</dcterms:created>
  <dcterms:modified xsi:type="dcterms:W3CDTF">2026-08-26T11:19:48Z</dcterms:modified>
</cp:coreProperties>
</file>