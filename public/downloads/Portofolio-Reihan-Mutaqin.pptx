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shevaangel.vercel.app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mailto:reyhanmutakin1@gmail.com" TargetMode="External"/><Relationship Id="rId2" Type="http://schemas.openxmlformats.org/officeDocument/2006/relationships/hyperlink" Target="https://wa.me/6282111039958" TargetMode="External"/><Relationship Id="rId3" Type="http://schemas.openxmlformats.org/officeDocument/2006/relationships/hyperlink" Target="https://www.linkedin.com/in/reihan-mutaqin-351169201/" TargetMode="External"/><Relationship Id="rId4" Type="http://schemas.openxmlformats.org/officeDocument/2006/relationships/hyperlink" Target="https://github.com/ReihanMutaqin" TargetMode="External"/><Relationship Id="rId5" Type="http://schemas.openxmlformats.org/officeDocument/2006/relationships/hyperlink" Target="https://www.reihan.online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Ketelitian Operasional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menangani ribuan baris data, rekonsiliasi sistem UIM/WOC, dan otomasi alur kerja untuk akurasi optimal.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20624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Modern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Membangun aplikasi digital responsif, interaktif, berbasis AI multi-model, computer vision, audio tools, dan cloud.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Edukasi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Mampu menerjemahkan konsep teknis kompleks menjadi modul pembelajaran dan penjelasan yang mudah dipahami.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2026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Representative District Southern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Menjalankan perwakilan operasional, koordinasi layanan District Southern, monitoring performa jaringan, rekonsiliasi data pelanggan, dan eskalasi isu.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Jun 2026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&amp; layanan UIM, memantau order WOC/ROC, dan mengembangkan automated tools cleansing data operasional.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093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5379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379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Digital Invitation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CMS, E-Commerce &amp; HR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 Online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E-Commerce &amp; Katalog Produk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penjualan digital dengan katalog interaktif, filter kategori, keranjang belanja, checkout notifikasi WhatsApp, serta dashboard admin untuk pengelolaan stok dan pesanan.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Engine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 &amp; Checkout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Management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— Lulusan Terbaik Program Studi 2024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jaringan &amp; sistem operasi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&amp; Bahasa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 &amp; TOEFL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TOEFL Score 550 · Kemahiran Bahasa Inggris Profesional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Domisili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Pandeglang, Banten, Indonesia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4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5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2026-08-26T11:21:19Z</dcterms:created>
  <dcterms:modified xsi:type="dcterms:W3CDTF">2026-08-26T11:21:19Z</dcterms:modified>
</cp:coreProperties>
</file>