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i.reihan.online" TargetMode="External"/><Relationship Id="rId4" Type="http://schemas.openxmlformats.org/officeDocument/2006/relationships/hyperlink" Target="https://reya.reihan.online" TargetMode="Externa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filter-sakti.vercel.app" TargetMode="External"/><Relationship Id="rId4" Type="http://schemas.openxmlformats.org/officeDocument/2006/relationships/hyperlink" Target="https://ebis-telkom.vercel.app" TargetMode="Externa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usik.reihan.online" TargetMode="External"/><Relationship Id="rId4" Type="http://schemas.openxmlformats.org/officeDocument/2006/relationships/hyperlink" Target="https://metadata.reihan.online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hl-mu.vercel.app" TargetMode="External"/><Relationship Id="rId4" Type="http://schemas.openxmlformats.org/officeDocument/2006/relationships/hyperlink" Target="https://hr.reihan.online" TargetMode="Externa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hevaangel.vercel.app" TargetMode="External"/><Relationship Id="rId4" Type="http://schemas.openxmlformats.org/officeDocument/2006/relationships/hyperlink" Target="https://berita.42web.io" TargetMode="External"/><Relationship Id="rId1" Type="http://schemas.openxmlformats.org/officeDocument/2006/relationships/image" Target="../media/image-11-1.png"/><Relationship Id="rId3" Type="http://schemas.openxmlformats.org/officeDocument/2006/relationships/image" Target="../media/image-1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mailto:reyhanmutakin1@gmail.com" TargetMode="External"/><Relationship Id="rId2" Type="http://schemas.openxmlformats.org/officeDocument/2006/relationships/hyperlink" Target="https://wa.me/6282111039958" TargetMode="External"/><Relationship Id="rId3" Type="http://schemas.openxmlformats.org/officeDocument/2006/relationships/hyperlink" Target="https://www.linkedin.com/in/reihan-mutaqin-351169201/" TargetMode="External"/><Relationship Id="rId4" Type="http://schemas.openxmlformats.org/officeDocument/2006/relationships/hyperlink" Target="https://github.com/ReihanMutaqin" TargetMode="External"/><Relationship Id="rId5" Type="http://schemas.openxmlformats.org/officeDocument/2006/relationships/hyperlink" Target="https://www.reihan.online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F3EFE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73152" cy="146304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2C9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PORTOFOLIO PROFESIONAL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6217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REIHAN</a:t>
            </a:r>
            <a:endParaRPr lang="en-US" sz="6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MUTAQIN.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Operasional TI  ·  Software Development  ·  Edukasi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5943600" cy="137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6052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B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✉  reyhanmutakin1@gmail.com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4489704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B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 +62 821 1103 9958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81888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B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 Pandeglang, Banten, Indonesia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514807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B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github.com/ReihanMutaqin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547725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B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linkedin.com/in/reihan-mutaqin-351169201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580644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B8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reihan.online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365760"/>
            <a:ext cx="4480560" cy="6126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49440" y="6263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Reihan Mutaqin  ·  Indonesia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Berpikir terstruktur.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Membuat dengan tujuan.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1430000" cy="13716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0574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Lulusan Pendidikan Teknologi Informasi Universitas Bina Bangsa dengan IPK 3,96/4,00 dan predikat Lulusan Terbaik Program Studi. Portofolio mencakup tools operasional TI, platform AI modern, browser audio engineering, game edukasi &amp; AR, serta pengajaran informatika.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Terbiasa menerjemahkan kebutuhan teknis menjadi pekerjaan yang runtut — mulai dari memahami masalah, membangun solusi, menguji hasil, sampai menyampaikan informasi secara mudah dipahami.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20116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011680"/>
            <a:ext cx="73152" cy="1554480"/>
          </a:xfrm>
          <a:prstGeom prst="rect">
            <a:avLst/>
          </a:prstGeom>
          <a:solidFill>
            <a:srgbClr val="E95D32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3,96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68096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IPK dari 4,00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784080" y="20116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0" y="2011680"/>
            <a:ext cx="73152" cy="1554480"/>
          </a:xfrm>
          <a:prstGeom prst="rect">
            <a:avLst/>
          </a:prstGeom>
          <a:solidFill>
            <a:srgbClr val="E95D32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96696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Proyek Pilihan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38404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3840480"/>
            <a:ext cx="73152" cy="1554480"/>
          </a:xfrm>
          <a:prstGeom prst="rect">
            <a:avLst/>
          </a:prstGeom>
          <a:solidFill>
            <a:srgbClr val="E95D32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4023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680960" y="4800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Mulai Freelance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784080" y="38404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3840480"/>
            <a:ext cx="73152" cy="1554480"/>
          </a:xfrm>
          <a:prstGeom prst="rect">
            <a:avLst/>
          </a:prstGeom>
          <a:solidFill>
            <a:srgbClr val="E95D32"/>
          </a:solidFill>
          <a:ln/>
        </p:spPr>
      </p:sp>
      <p:sp>
        <p:nvSpPr>
          <p:cNvPr id="23" name="Text 21"/>
          <p:cNvSpPr/>
          <p:nvPr/>
        </p:nvSpPr>
        <p:spPr>
          <a:xfrm>
            <a:off x="9966960" y="40233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966960" y="4800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Skor TOEFL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75488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754880"/>
            <a:ext cx="3566160" cy="36576"/>
          </a:xfrm>
          <a:prstGeom prst="rect">
            <a:avLst/>
          </a:prstGeom>
          <a:solidFill>
            <a:srgbClr val="E95D3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Ketelitian Operasional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Terbiasa menangani ribuan baris data, rekonsiliasi sistem UIM/WOC, dan otomasi alur kerja untuk akurasi optimal.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206240" y="475488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4754880"/>
            <a:ext cx="3566160" cy="36576"/>
          </a:xfrm>
          <a:prstGeom prst="rect">
            <a:avLst/>
          </a:prstGeom>
          <a:solidFill>
            <a:srgbClr val="E95D32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Pengembangan Modern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5303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Membangun aplikasi digital responsif, interaktif, berbasis AI multi-model, computer vision, audio tools, dan cloud.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046720" y="475488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4754880"/>
            <a:ext cx="3566160" cy="36576"/>
          </a:xfrm>
          <a:prstGeom prst="rect">
            <a:avLst/>
          </a:prstGeom>
          <a:solidFill>
            <a:srgbClr val="E95D32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Komunikasi &amp; Edukasi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5303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Mampu menerjemahkan konsep teknis kompleks menjadi modul pembelajaran dan penjelasan yang mudah dipahami.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PENGALAMAN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Pengalaman lintas operasi,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pengembangan, dan pendidikan.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1430000" cy="137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993392"/>
            <a:ext cx="128016" cy="128016"/>
          </a:xfrm>
          <a:prstGeom prst="ellipse">
            <a:avLst/>
          </a:prstGeom>
          <a:solidFill>
            <a:srgbClr val="E95D32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" y="2121408"/>
            <a:ext cx="18288" cy="1143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288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2026 — Sekarang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20665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Representative District Southern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PT Telkom Indonesia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96896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Menjalankan perwakilan operasional, koordinasi layanan District Southern, monitoring performa jaringan, rekonsiliasi data pelanggan, dan eskalasi isu.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456432"/>
            <a:ext cx="128016" cy="128016"/>
          </a:xfrm>
          <a:prstGeom prst="ellipse">
            <a:avLst/>
          </a:prstGeom>
          <a:solidFill>
            <a:srgbClr val="E95D32"/>
          </a:solidFill>
          <a:ln/>
        </p:spPr>
      </p:sp>
      <p:sp>
        <p:nvSpPr>
          <p:cNvPr id="14" name="Shape 12"/>
          <p:cNvSpPr/>
          <p:nvPr/>
        </p:nvSpPr>
        <p:spPr>
          <a:xfrm>
            <a:off x="420624" y="3584448"/>
            <a:ext cx="18288" cy="1143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918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 2025 — Jun 2026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94360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8130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PT Telkom Indonesia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4059936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Merekonsiliasi data jaringan &amp; layanan UIM, memantau order WOC/ROC, dan mengembangkan automated tools cleansing data operasional.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4919472"/>
            <a:ext cx="128016" cy="128016"/>
          </a:xfrm>
          <a:prstGeom prst="ellipse">
            <a:avLst/>
          </a:prstGeom>
          <a:solidFill>
            <a:srgbClr val="E95D3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7548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— Des 2025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99262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Pengajar Informatika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527608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Ganesha Operation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5522976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Menyusun modul ajar, menyampaikan konsep informatika &amp; pemrograman, serta memfasilitasi sesi latihan praktik dan evaluasi pemahaman siswa.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09360" y="1993392"/>
            <a:ext cx="128016" cy="128016"/>
          </a:xfrm>
          <a:prstGeom prst="ellipse">
            <a:avLst/>
          </a:prstGeom>
          <a:solidFill>
            <a:srgbClr val="E95D32"/>
          </a:solidFill>
          <a:ln/>
        </p:spPr>
      </p:sp>
      <p:sp>
        <p:nvSpPr>
          <p:cNvPr id="25" name="Shape 23"/>
          <p:cNvSpPr/>
          <p:nvPr/>
        </p:nvSpPr>
        <p:spPr>
          <a:xfrm>
            <a:off x="6364224" y="2121408"/>
            <a:ext cx="18288" cy="1143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8288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Okt 2022 — Sekarang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537960" y="20665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Freelance App, Game &amp; Web Developer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235000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Mandiri / Klien Profesional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37960" y="2596896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Mengembangkan platform AI, web tools, aplikasi AR berbasis Unity, game edukasi 3D/2D, hingga CMS berita &amp; e-commerce terintegrasi.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09360" y="3456432"/>
            <a:ext cx="128016" cy="128016"/>
          </a:xfrm>
          <a:prstGeom prst="ellipse">
            <a:avLst/>
          </a:prstGeom>
          <a:solidFill>
            <a:srgbClr val="E95D32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2918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Feb — Mar 2024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537960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Pengajar Magang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38130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SMKN 1 Pandeglang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37960" y="4059936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Mengajar lebih dari 2 kelas bidang TKJ/Informatika, menyusun rancangan pembelajaran, dan membimbing praktikum perangkat keras &amp; jaringan.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09360" y="4919472"/>
            <a:ext cx="128016" cy="128016"/>
          </a:xfrm>
          <a:prstGeom prst="ellipse">
            <a:avLst/>
          </a:prstGeom>
          <a:solidFill>
            <a:srgbClr val="E95D32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47548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— Sep 2019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537960" y="499262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Magang Divisi Media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527608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Diskominfo Pandeglang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37960" y="5522976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Mengelola situs dinas, membantu pemantauan keamanan wilayah di Gedung Pintar, dan mendokumentasikan kegiatan dinas.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KEAHLIAN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Fondasi teknis yang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ditopang komunikasi baik.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1430000" cy="13716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9659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65960"/>
            <a:ext cx="73152" cy="192024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2057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3134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AI, Computer Vision &amp; Audio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715768"/>
            <a:ext cx="1110082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715768"/>
            <a:ext cx="11100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OpenRouter AI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31874" y="2715768"/>
            <a:ext cx="1538021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1874" y="2715768"/>
            <a:ext cx="153802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Gesture Vision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61334" y="2715768"/>
            <a:ext cx="1110082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1334" y="2715768"/>
            <a:ext cx="11100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Audio API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0352" y="3099816"/>
            <a:ext cx="1538021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99816"/>
            <a:ext cx="153802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ID3/Vorbis Metadata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159813" y="3099816"/>
            <a:ext cx="1324051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9813" y="3099816"/>
            <a:ext cx="13240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 Synthesis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575304" y="3099816"/>
            <a:ext cx="896112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75304" y="3099816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TiDB Cloud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217920" y="19659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965960"/>
            <a:ext cx="73152" cy="192024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2057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82512" y="23134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Operasional TI &amp; Cleansing Data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82512" y="2715768"/>
            <a:ext cx="2037283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2715768"/>
            <a:ext cx="20372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Cleansing &amp; Filtering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511235" y="2715768"/>
            <a:ext cx="1395374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11235" y="2715768"/>
            <a:ext cx="13953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Sheets API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382512" y="3099816"/>
            <a:ext cx="1751990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099816"/>
            <a:ext cx="1751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WSA / MODOROSO / WAPPR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225942" y="3099816"/>
            <a:ext cx="1823314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5942" y="3099816"/>
            <a:ext cx="1823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Tracker (WOC/ROC)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382512" y="3483864"/>
            <a:ext cx="1751990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3483864"/>
            <a:ext cx="17519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/ CSV Automation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65760" y="41148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114800"/>
            <a:ext cx="73152" cy="192024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" y="4206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352" y="44622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Fullstack Web &amp; Database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0352" y="4864608"/>
            <a:ext cx="1466698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864608"/>
            <a:ext cx="1466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/ TypeScript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088490" y="4864608"/>
            <a:ext cx="1038758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88490" y="4864608"/>
            <a:ext cx="10387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18688" y="4864608"/>
            <a:ext cx="967435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18688" y="4864608"/>
            <a:ext cx="9674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&amp; MySQL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277563" y="4864608"/>
            <a:ext cx="1324051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77563" y="4864608"/>
            <a:ext cx="13240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CMS &amp; E-Commerce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30352" y="5248656"/>
            <a:ext cx="1395374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" y="5248656"/>
            <a:ext cx="13953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/ Express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017166" y="5248656"/>
            <a:ext cx="1395374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17166" y="5248656"/>
            <a:ext cx="13953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Deployment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17920" y="41148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0" y="4114800"/>
            <a:ext cx="73152" cy="192024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55" name="Text 53"/>
          <p:cNvSpPr/>
          <p:nvPr/>
        </p:nvSpPr>
        <p:spPr>
          <a:xfrm>
            <a:off x="6382512" y="4206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382512" y="44622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 Dev, AR &amp; Edukasi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382512" y="4864608"/>
            <a:ext cx="1110082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82512" y="4864608"/>
            <a:ext cx="11100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Unity 3D / 2D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584034" y="4864608"/>
            <a:ext cx="1038758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4034" y="4864608"/>
            <a:ext cx="10387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Scripting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714232" y="4864608"/>
            <a:ext cx="1395374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14232" y="4864608"/>
            <a:ext cx="13953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Vuforia AR Engine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201046" y="4864608"/>
            <a:ext cx="1110082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01046" y="4864608"/>
            <a:ext cx="11100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Build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382512" y="5248656"/>
            <a:ext cx="1680667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82512" y="5248656"/>
            <a:ext cx="16806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Penyusunan Modul Ajar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154619" y="5248656"/>
            <a:ext cx="1252728" cy="274320"/>
          </a:xfrm>
          <a:prstGeom prst="rect">
            <a:avLst/>
          </a:prstGeom>
          <a:solidFill>
            <a:srgbClr val="E7E0D2"/>
          </a:solidFill>
          <a:ln w="12700">
            <a:solidFill>
              <a:srgbClr val="DED8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54619" y="5248656"/>
            <a:ext cx="1252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Speaking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KARYA PILIHAN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194560" y="1371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Intelligent Workspaces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548640"/>
            <a:ext cx="54864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Platform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Rdir Studio AI Workspace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AI Workspace modern kelas dunia dengan Live Code/View Preview, integrasi multi-model OpenRouter, database TiDB Cloud, dan isolasi chat privat.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994867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5532120"/>
            <a:ext cx="99486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Workspace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634947" y="5532120"/>
            <a:ext cx="859536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34947" y="5532120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OpenRouter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585923" y="5532120"/>
            <a:ext cx="859536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85923" y="5532120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TiDB Cloud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536899" y="5532120"/>
            <a:ext cx="791870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36899" y="5532120"/>
            <a:ext cx="79187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Fullstack</a:t>
            </a:r>
            <a:endParaRPr lang="en-US" sz="750" dirty="0"/>
          </a:p>
        </p:txBody>
      </p:sp>
      <p:sp>
        <p:nvSpPr>
          <p:cNvPr id="22" name="Text 19">
            <a:hlinkClick r:id="rId2" tooltip=""/>
          </p:cNvPr>
          <p:cNvSpPr/>
          <p:nvPr/>
        </p:nvSpPr>
        <p:spPr>
          <a:xfrm>
            <a:off x="548640" y="6309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2C94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ai.reihan.online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40080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548640"/>
            <a:ext cx="5486400" cy="292608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Vision &amp; Voice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658368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REYA — Robot AI &amp; Gesture Music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58368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Robot AI lokal interaktif dengan suara Bahasa Indonesia, percakapan suara cepat OpenRouter AI, dan integrasi kamera computer vision untuk bermain musik via gesture tangan.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6583680" y="5532120"/>
            <a:ext cx="1197864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83680" y="5532120"/>
            <a:ext cx="119786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Vision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7872984" y="5532120"/>
            <a:ext cx="994867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872984" y="5532120"/>
            <a:ext cx="99486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Gesture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8959291" y="5532120"/>
            <a:ext cx="724205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959291" y="5532120"/>
            <a:ext cx="72420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Voice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9774936" y="5532120"/>
            <a:ext cx="791870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774936" y="5532120"/>
            <a:ext cx="79187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Audio</a:t>
            </a:r>
            <a:endParaRPr lang="en-US" sz="750" dirty="0"/>
          </a:p>
        </p:txBody>
      </p:sp>
      <p:sp>
        <p:nvSpPr>
          <p:cNvPr id="39" name="Text 35">
            <a:hlinkClick r:id="rId4" tooltip=""/>
          </p:cNvPr>
          <p:cNvSpPr/>
          <p:nvPr/>
        </p:nvSpPr>
        <p:spPr>
          <a:xfrm>
            <a:off x="6583680" y="6309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2C94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reya.reihan.online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KARYA PILIHAN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194560" y="1371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Data &amp; Cleansing Tools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548640"/>
            <a:ext cx="54864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Cleansing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Sakti — Data Cleansing Tool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cleansing dan deduplikasi data otomatis untuk format WSA, MODOROSO, dan WAPPR dengan integrasi real-time Google Sheets (5.600+ baris), upload file .xlsx/.csv, dan filter per bulan.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1130198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5532120"/>
            <a:ext cx="113019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Cleansing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770278" y="5532120"/>
            <a:ext cx="1333195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0278" y="5532120"/>
            <a:ext cx="13331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Sheets API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194914" y="5532120"/>
            <a:ext cx="521208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94914" y="5532120"/>
            <a:ext cx="5212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807562" y="5532120"/>
            <a:ext cx="927202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07562" y="5532120"/>
            <a:ext cx="92720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Deduplikasi</a:t>
            </a:r>
            <a:endParaRPr lang="en-US" sz="750" dirty="0"/>
          </a:p>
        </p:txBody>
      </p:sp>
      <p:sp>
        <p:nvSpPr>
          <p:cNvPr id="22" name="Text 19">
            <a:hlinkClick r:id="rId2" tooltip=""/>
          </p:cNvPr>
          <p:cNvSpPr/>
          <p:nvPr/>
        </p:nvSpPr>
        <p:spPr>
          <a:xfrm>
            <a:off x="548640" y="6309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2C94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filter-sakti.vercel.app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40080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548640"/>
            <a:ext cx="5486400" cy="292608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Tool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658368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Sakti EBIS — Telkom Tracker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58368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analisis dan filtering data EBIS Telkom dari xpro.telkom.co.id (.xls/.txt/.csv), dilengkapi tracker penugasan teknisi dan export data hasil deduplikasi.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6583680" y="5532120"/>
            <a:ext cx="927202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83680" y="5532120"/>
            <a:ext cx="92720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 EBIS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7602322" y="5532120"/>
            <a:ext cx="1062533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602322" y="5532120"/>
            <a:ext cx="106253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Analysis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8756294" y="5532120"/>
            <a:ext cx="656539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756294" y="5532120"/>
            <a:ext cx="65653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9504274" y="5532120"/>
            <a:ext cx="1062533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504274" y="5532120"/>
            <a:ext cx="106253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Tracker</a:t>
            </a:r>
            <a:endParaRPr lang="en-US" sz="750" dirty="0"/>
          </a:p>
        </p:txBody>
      </p:sp>
      <p:sp>
        <p:nvSpPr>
          <p:cNvPr id="39" name="Text 35">
            <a:hlinkClick r:id="rId4" tooltip=""/>
          </p:cNvPr>
          <p:cNvSpPr/>
          <p:nvPr/>
        </p:nvSpPr>
        <p:spPr>
          <a:xfrm>
            <a:off x="6583680" y="6309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2C94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ebis-telkom.vercel.app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KARYA PILIHAN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194560" y="1371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Audio Engineering &amp; Rhythm Gaming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548640"/>
            <a:ext cx="54864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Rhythm Game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RIFF//LAB — Browser Rhythm Game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 musik ritme 5-fret (Guitar Hero style) langsung di browser tanpa instalasi. Dilengkapi akses katalog cloud Chorus 120.000+ lagu, import .sng/.zip, leaderboard, dan real-time multiplayer.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1062533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5532120"/>
            <a:ext cx="106253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Audio API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702613" y="5532120"/>
            <a:ext cx="1062533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02613" y="5532120"/>
            <a:ext cx="106253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Rhythm Engine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856586" y="5532120"/>
            <a:ext cx="927202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56586" y="5532120"/>
            <a:ext cx="92720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Multiplayer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875227" y="5532120"/>
            <a:ext cx="927202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75227" y="5532120"/>
            <a:ext cx="92720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Leaderboard</a:t>
            </a:r>
            <a:endParaRPr lang="en-US" sz="750" dirty="0"/>
          </a:p>
        </p:txBody>
      </p:sp>
      <p:sp>
        <p:nvSpPr>
          <p:cNvPr id="22" name="Text 19">
            <a:hlinkClick r:id="rId2" tooltip=""/>
          </p:cNvPr>
          <p:cNvSpPr/>
          <p:nvPr/>
        </p:nvSpPr>
        <p:spPr>
          <a:xfrm>
            <a:off x="548640" y="6309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2C94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musik.reihan.online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40080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548640"/>
            <a:ext cx="5486400" cy="292608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Engineering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658368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SoundTools MetaStudio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58368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Browser-based audio metadata &amp; cover art editor 100% client-side tanpa upload server. Mendukung ID3v2.3, Vorbis, FLAC, M4A, WAV, dan OGG dengan lossless stream copy injection dan batch editing.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6583680" y="5532120"/>
            <a:ext cx="1130198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83680" y="5532120"/>
            <a:ext cx="113019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Metadata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7805318" y="5532120"/>
            <a:ext cx="994867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805318" y="5532120"/>
            <a:ext cx="99486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ID3v2/Vorbis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8891626" y="5532120"/>
            <a:ext cx="927202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891626" y="5532120"/>
            <a:ext cx="92720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9910267" y="5532120"/>
            <a:ext cx="1062533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910267" y="5532120"/>
            <a:ext cx="106253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Lossless Copy</a:t>
            </a:r>
            <a:endParaRPr lang="en-US" sz="750" dirty="0"/>
          </a:p>
        </p:txBody>
      </p:sp>
      <p:sp>
        <p:nvSpPr>
          <p:cNvPr id="39" name="Text 35">
            <a:hlinkClick r:id="rId4" tooltip=""/>
          </p:cNvPr>
          <p:cNvSpPr/>
          <p:nvPr/>
        </p:nvSpPr>
        <p:spPr>
          <a:xfrm>
            <a:off x="6583680" y="6309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2C94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metadata.reihan.online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KARYA PILIHAN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194560" y="1371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 Enterprise &amp; HR Management System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548640"/>
            <a:ext cx="54864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 App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 SHL — Sistem Absensi Digital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absensi digital dan presensi pegawai Rumah Sakit SHL dengan verifikasi ID pegawai terenkripsi, alur check-in/check-out terstruktur, dan dashboard manajemen kehadiran.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1130198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5532120"/>
            <a:ext cx="113019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App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770278" y="5532120"/>
            <a:ext cx="859536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0278" y="5532120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721254" y="5532120"/>
            <a:ext cx="1197864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21254" y="5532120"/>
            <a:ext cx="119786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Absensi Digital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010558" y="5532120"/>
            <a:ext cx="453542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10558" y="5532120"/>
            <a:ext cx="45354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750" dirty="0"/>
          </a:p>
        </p:txBody>
      </p:sp>
      <p:sp>
        <p:nvSpPr>
          <p:cNvPr id="22" name="Text 19">
            <a:hlinkClick r:id="rId2" tooltip=""/>
          </p:cNvPr>
          <p:cNvSpPr/>
          <p:nvPr/>
        </p:nvSpPr>
        <p:spPr>
          <a:xfrm>
            <a:off x="548640" y="6309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2C94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shl-mu.vercel.app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40080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548640"/>
            <a:ext cx="5486400" cy="292608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Tech &amp; Management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658368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Portal &amp; Management System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58368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HRIS dan manajemen SDM modern dengan data karyawan terpusat, rekapitulasi absensi/kehadiran, pengajuan izin/cuti, dan reporting performa terpadu.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6583680" y="5532120"/>
            <a:ext cx="453542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83680" y="5532120"/>
            <a:ext cx="45354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HRIS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7128662" y="5532120"/>
            <a:ext cx="1130198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128662" y="5532120"/>
            <a:ext cx="113019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Web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8350301" y="5532120"/>
            <a:ext cx="791870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350301" y="5532120"/>
            <a:ext cx="79187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9233611" y="5532120"/>
            <a:ext cx="859536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233611" y="5532120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750" dirty="0"/>
          </a:p>
        </p:txBody>
      </p:sp>
      <p:sp>
        <p:nvSpPr>
          <p:cNvPr id="39" name="Text 35">
            <a:hlinkClick r:id="rId4" tooltip=""/>
          </p:cNvPr>
          <p:cNvSpPr/>
          <p:nvPr/>
        </p:nvSpPr>
        <p:spPr>
          <a:xfrm>
            <a:off x="6583680" y="6309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2C94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hr.reihan.online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KARYA PILIHAN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194560" y="1371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Augmented Reality &amp; Game Edukasi 3D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548640"/>
            <a:ext cx="54864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Edukasi AR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 Book — Dasar Komputer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Aplikasi Android berbasis Augmented Reality yang menghubungkan buku modul fisik dengan visualisasi 3D perangkat keras &amp; lunak komputer secara real-time untuk pembelajaran interaktif.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724205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5532120"/>
            <a:ext cx="72420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Unity 3D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364285" y="5532120"/>
            <a:ext cx="318211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64285" y="5532120"/>
            <a:ext cx="318211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773936" y="5532120"/>
            <a:ext cx="859536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73936" y="5532120"/>
            <a:ext cx="85953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Vuforia AR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2724912" y="5532120"/>
            <a:ext cx="927202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24912" y="5532120"/>
            <a:ext cx="92720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SDK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40080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548640"/>
            <a:ext cx="5486400" cy="292608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 Edukasi 3D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658368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Petualangan Barudak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58368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 eksplorasi edukatif Provinsi Banten yang memadukan pengenalan budaya lokal, kuis interaktif, dan pembelajaran matematika bangun ruang melalui rekonstruksi visual bangunan nyata.</a:t>
            </a:r>
            <a:endParaRPr lang="en-US" sz="880" dirty="0"/>
          </a:p>
        </p:txBody>
      </p:sp>
      <p:sp>
        <p:nvSpPr>
          <p:cNvPr id="30" name="Shape 26"/>
          <p:cNvSpPr/>
          <p:nvPr/>
        </p:nvSpPr>
        <p:spPr>
          <a:xfrm>
            <a:off x="6583680" y="5532120"/>
            <a:ext cx="521208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83680" y="5532120"/>
            <a:ext cx="5212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Unity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7196328" y="5532120"/>
            <a:ext cx="318211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196328" y="5532120"/>
            <a:ext cx="318211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7605979" y="5532120"/>
            <a:ext cx="1197864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605979" y="5532120"/>
            <a:ext cx="119786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Level Design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8895283" y="5532120"/>
            <a:ext cx="994867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895283" y="5532120"/>
            <a:ext cx="99486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 Physics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KARYA PILIHAN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194560" y="1371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Live-Photo AR &amp; Game Literasi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548640"/>
            <a:ext cx="54864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Live-Photo AR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ReLive AR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Aplikasi AR berbasis pengenalan citra instan yang memindai foto statis (album/poster) dan mentransformasikannya menjadi tayangan video live-action serta animasi berlapis di smartphone.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521208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5532120"/>
            <a:ext cx="5212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Unity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161288" y="5532120"/>
            <a:ext cx="1197864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61288" y="5532120"/>
            <a:ext cx="119786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Target AR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450592" y="5532120"/>
            <a:ext cx="791870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50592" y="5532120"/>
            <a:ext cx="79187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UI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333902" y="5532120"/>
            <a:ext cx="994867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33902" y="5532120"/>
            <a:ext cx="99486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Player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40080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548640"/>
            <a:ext cx="5486400" cy="292608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 Literasi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658368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Game Edukasi Penyusun Kata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58368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Permainan edukasi interaktif untuk melatih literasi, pembendaharaan kosakata, dan ketangkasan kognitif siswa dengan menyusun karakter huruf acak berdasarkan visual clue dan audio penjelas.</a:t>
            </a:r>
            <a:endParaRPr lang="en-US" sz="880" dirty="0"/>
          </a:p>
        </p:txBody>
      </p:sp>
      <p:sp>
        <p:nvSpPr>
          <p:cNvPr id="30" name="Shape 26"/>
          <p:cNvSpPr/>
          <p:nvPr/>
        </p:nvSpPr>
        <p:spPr>
          <a:xfrm>
            <a:off x="6583680" y="5532120"/>
            <a:ext cx="724205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83680" y="5532120"/>
            <a:ext cx="72420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Unity 2D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7399325" y="5532120"/>
            <a:ext cx="318211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99325" y="5532120"/>
            <a:ext cx="318211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7808976" y="5532120"/>
            <a:ext cx="994867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808976" y="5532120"/>
            <a:ext cx="99486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System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8895283" y="5532120"/>
            <a:ext cx="1333195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895283" y="5532120"/>
            <a:ext cx="1333195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Educational Logic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KARYA PILIHAN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194560" y="1371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Invitation &amp; Web CMS Portal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548640"/>
            <a:ext cx="548640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Invitation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Wedding of Sheva &amp; Angel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undangan pernikahan digital interaktif dan responsif dengan buku tamu digital, amplop digital/rekening, reservasi kehadiran, background music, dan animasi interaktif.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48640" y="5532120"/>
            <a:ext cx="1400861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5532120"/>
            <a:ext cx="1400861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Invitation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040941" y="5532120"/>
            <a:ext cx="1197864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40941" y="5532120"/>
            <a:ext cx="119786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Web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330245" y="5532120"/>
            <a:ext cx="521208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30245" y="5532120"/>
            <a:ext cx="52120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UI/UX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942893" y="5532120"/>
            <a:ext cx="791870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42893" y="5532120"/>
            <a:ext cx="79187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Animation</a:t>
            </a:r>
            <a:endParaRPr lang="en-US" sz="750" dirty="0"/>
          </a:p>
        </p:txBody>
      </p:sp>
      <p:sp>
        <p:nvSpPr>
          <p:cNvPr id="22" name="Text 19">
            <a:hlinkClick r:id="rId2" tooltip=""/>
          </p:cNvPr>
          <p:cNvSpPr/>
          <p:nvPr/>
        </p:nvSpPr>
        <p:spPr>
          <a:xfrm>
            <a:off x="548640" y="6309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2C94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shevaangel.vercel.app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400800" y="548640"/>
            <a:ext cx="5486400" cy="60350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548640"/>
            <a:ext cx="5486400" cy="292608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201400" y="685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92240" y="685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Berita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658368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Berita Kita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583680" y="4069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80" dirty="0">
                <a:solidFill>
                  <a:srgbClr val="A098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berita web responsif dengan manajemen konten dinamis, sistem kategori multi-level, panel administrasi redaksi, dan integrasi database untuk publikasi artikel real-time.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6583680" y="5532120"/>
            <a:ext cx="1062533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83680" y="5532120"/>
            <a:ext cx="106253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Fullstack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7737653" y="5532120"/>
            <a:ext cx="927202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737653" y="5532120"/>
            <a:ext cx="92720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/ MySQL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8756294" y="5532120"/>
            <a:ext cx="1062533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756294" y="5532120"/>
            <a:ext cx="1062533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CMS Dashboard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9910267" y="5532120"/>
            <a:ext cx="994867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910267" y="5532120"/>
            <a:ext cx="994867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0C8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 Friendly</a:t>
            </a:r>
            <a:endParaRPr lang="en-US" sz="750" dirty="0"/>
          </a:p>
        </p:txBody>
      </p:sp>
      <p:sp>
        <p:nvSpPr>
          <p:cNvPr id="39" name="Text 35">
            <a:hlinkClick r:id="rId4" tooltip=""/>
          </p:cNvPr>
          <p:cNvSpPr/>
          <p:nvPr/>
        </p:nvSpPr>
        <p:spPr>
          <a:xfrm>
            <a:off x="6583680" y="6309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u="sng" dirty="0">
                <a:solidFill>
                  <a:srgbClr val="F2C94C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berita.42web.io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solidFill>
            <a:srgbClr val="E95D32"/>
          </a:solidFill>
          <a:ln w="12700">
            <a:solidFill>
              <a:srgbClr val="E95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PENDIDIKAN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Latar belakang akademis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kepemimpinan terstruktur.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1430000" cy="13716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9659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65960"/>
            <a:ext cx="73152" cy="1920240"/>
          </a:xfrm>
          <a:prstGeom prst="rect">
            <a:avLst/>
          </a:prstGeom>
          <a:solidFill>
            <a:srgbClr val="E95D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7568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Pendidikan Tinggi &amp; Bahasa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231343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Universitas Bina Bangsa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 Pendidikan Teknologi Informasi · 2020–2024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IPK 3,96 / 4,00 (Lulusan Terbaik) · TOEFL Score 550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965960"/>
            <a:ext cx="73152" cy="192024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07568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Pendidikan Vokasi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00800" y="231343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SMKN 1 Pandeglang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697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Teknik Komputer dan Jaringan (TKJ) · 2017–2020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Dasar kuat arsitektur komputer, hardware, jaringan &amp; troubleshooting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114800"/>
            <a:ext cx="73152" cy="192024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2452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Organisasi Kampus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446227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Himpunan Mahasiswa PTI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846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Wakil Ketua (2022–2023) · Ketua Divisi IT (2021–2022)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Memimpin tim teknis &amp; workshop IT untuk 200+ peserta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41148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0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114800"/>
            <a:ext cx="73152" cy="192024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22452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Kontribusi Komunitas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400800" y="446227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Inovasi Teknologi Pendidikan ID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4846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Kontributor Aplikasi Digital (2025–2026)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5212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Pengembangan aplikasi digital dan pengelolaan e-learning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Punya tantangan untuk diselesaikan?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 membuat sesuatu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yang benar-benar berguna.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1064240" cy="137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520440"/>
            <a:ext cx="3566160" cy="109728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118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✉  Email</a:t>
            </a:r>
            <a:endParaRPr lang="en-US" sz="8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685800" y="39044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reyhanmutakin1@gmail.com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3520440"/>
            <a:ext cx="3566160" cy="109728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36118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 WhatsApp</a:t>
            </a:r>
            <a:endParaRPr lang="en-US" sz="8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4526280" y="39044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+62 821 1103 9958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3520440"/>
            <a:ext cx="3566160" cy="109728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36118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 Domisili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66760" y="39044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Pandeglang, Banten, Indonesia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566160" cy="109728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9834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💼  LinkedIn</a:t>
            </a:r>
            <a:endParaRPr lang="en-US" sz="800" dirty="0"/>
          </a:p>
        </p:txBody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685800" y="52760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linkedin.com/in/reihan-mutaqin-351169201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4892040"/>
            <a:ext cx="3566160" cy="109728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49834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🐙  GitHub</a:t>
            </a:r>
            <a:endParaRPr lang="en-US" sz="800" dirty="0"/>
          </a:p>
        </p:txBody>
      </p:sp>
      <p:sp>
        <p:nvSpPr>
          <p:cNvPr id="20" name="Text 18">
            <a:hlinkClick r:id="rId4" tooltip=""/>
          </p:cNvPr>
          <p:cNvSpPr/>
          <p:nvPr/>
        </p:nvSpPr>
        <p:spPr>
          <a:xfrm>
            <a:off x="4526280" y="52760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github.com/ReihanMutaqin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4892040"/>
            <a:ext cx="3566160" cy="1097280"/>
          </a:xfrm>
          <a:prstGeom prst="rect">
            <a:avLst/>
          </a:prstGeom>
          <a:solidFill>
            <a:srgbClr val="1C1917"/>
          </a:solidFill>
          <a:ln w="12700">
            <a:solidFill>
              <a:srgbClr val="2D29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49834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5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Website</a:t>
            </a:r>
            <a:endParaRPr lang="en-US" sz="800" dirty="0"/>
          </a:p>
        </p:txBody>
      </p:sp>
      <p:sp>
        <p:nvSpPr>
          <p:cNvPr id="23" name="Text 21">
            <a:hlinkClick r:id="rId5" tooltip=""/>
          </p:cNvPr>
          <p:cNvSpPr/>
          <p:nvPr/>
        </p:nvSpPr>
        <p:spPr>
          <a:xfrm>
            <a:off x="8366760" y="527608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reihan.online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© 2026 Reihan Mutaqin  ·  reihan.online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5F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Reihan Mutaqin 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Portofolio Reihan Mutaqin</dc:title>
  <dc:subject>PptxGenJS Presentation</dc:subject>
  <dc:creator>Reihan Mutaqin</dc:creator>
  <cp:lastModifiedBy>Reihan Mutaqin</cp:lastModifiedBy>
  <cp:revision>1</cp:revision>
  <dcterms:created xsi:type="dcterms:W3CDTF">2026-08-26T11:34:41Z</dcterms:created>
  <dcterms:modified xsi:type="dcterms:W3CDTF">2026-08-26T11:34:41Z</dcterms:modified>
</cp:coreProperties>
</file>